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fundo-xadrez-li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Espaco para arte: brasão do projeto (PNG sem fundo)"/>
          <p:cNvSpPr/>
          <p:nvPr/>
        </p:nvSpPr>
        <p:spPr>
          <a:xfrm>
            <a:off x="1428750" y="1809750"/>
            <a:ext cx="7429500" cy="819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/>
          <a:lstStyle/>
          <a:p>
            <a:pPr algn="ctr"/>
            <a:r>
              <a:rPr sz="4387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4095" i="1">
                <a:solidFill>
                  <a:srgbClr val="7C6A82"/>
                </a:solidFill>
                <a:latin typeface="Cormorant Garamond"/>
              </a:rPr>
              <a:t>brasão do projeto (PNG sem fundo)</a:t>
            </a:r>
          </a:p>
        </p:txBody>
      </p:sp>
      <p:sp>
        <p:nvSpPr>
          <p:cNvPr id="4" name="Nome"/>
          <p:cNvSpPr txBox="1"/>
          <p:nvPr/>
        </p:nvSpPr>
        <p:spPr>
          <a:xfrm>
            <a:off x="1428750" y="4476750"/>
            <a:ext cx="7429500" cy="2476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0" b="0" i="0">
                <a:solidFill>
                  <a:srgbClr val="C49A48"/>
                </a:solidFill>
                <a:latin typeface="Great Vibes"/>
              </a:rPr>
              <a:t>Luna</a:t>
            </a:r>
          </a:p>
        </p:txBody>
      </p:sp>
      <p:sp>
        <p:nvSpPr>
          <p:cNvPr id="5" name="Chevron 4"/>
          <p:cNvSpPr/>
          <p:nvPr/>
        </p:nvSpPr>
        <p:spPr>
          <a:xfrm rot="10800000">
            <a:off x="2391156" y="8379714"/>
            <a:ext cx="853440" cy="876300"/>
          </a:xfrm>
          <a:prstGeom prst="chevron">
            <a:avLst/>
          </a:prstGeom>
          <a:solidFill>
            <a:srgbClr val="F1E8FA"/>
          </a:solidFill>
          <a:ln w="14287">
            <a:solidFill>
              <a:srgbClr val="B08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hevron 5"/>
          <p:cNvSpPr/>
          <p:nvPr/>
        </p:nvSpPr>
        <p:spPr>
          <a:xfrm>
            <a:off x="7042404" y="8379714"/>
            <a:ext cx="853440" cy="876300"/>
          </a:xfrm>
          <a:prstGeom prst="chevron">
            <a:avLst/>
          </a:prstGeom>
          <a:solidFill>
            <a:srgbClr val="F1E8FA"/>
          </a:solidFill>
          <a:ln w="14287">
            <a:solidFill>
              <a:srgbClr val="B08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ita"/>
          <p:cNvSpPr/>
          <p:nvPr/>
        </p:nvSpPr>
        <p:spPr>
          <a:xfrm>
            <a:off x="3009900" y="8134350"/>
            <a:ext cx="4267200" cy="876300"/>
          </a:xfrm>
          <a:prstGeom prst="rect">
            <a:avLst/>
          </a:prstGeom>
          <a:solidFill>
            <a:srgbClr val="F1E8FA"/>
          </a:solidFill>
          <a:ln w="14287">
            <a:solidFill>
              <a:srgbClr val="B08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009900" y="8134350"/>
            <a:ext cx="426720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78" b="0" i="0">
                <a:solidFill>
                  <a:srgbClr val="8A63B5"/>
                </a:solidFill>
                <a:latin typeface="Great Vibes"/>
              </a:rPr>
              <a:t>10 anos</a:t>
            </a:r>
          </a:p>
        </p:txBody>
      </p:sp>
      <p:sp>
        <p:nvSpPr>
          <p:cNvPr id="9" name="Selo criacao autoral"/>
          <p:cNvSpPr/>
          <p:nvPr/>
        </p:nvSpPr>
        <p:spPr>
          <a:xfrm>
            <a:off x="8286750" y="10763250"/>
            <a:ext cx="1428750" cy="1428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A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86750" y="10991850"/>
            <a:ext cx="14287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1" b="1" i="0" spc="75">
                <a:solidFill>
                  <a:srgbClr val="8A63B5"/>
                </a:solidFill>
                <a:latin typeface="Montserrat"/>
              </a:rPr>
              <a:t>CRIAÇÃO AUTORAL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11220450"/>
            <a:ext cx="14287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375" b="0" i="0">
                <a:solidFill>
                  <a:srgbClr val="C95A80"/>
                </a:solidFill>
                <a:latin typeface="Great Vibes"/>
              </a:rPr>
              <a:t>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0" y="11591925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75" b="1" i="0" spc="225">
                <a:solidFill>
                  <a:srgbClr val="C49A48"/>
                </a:solidFill>
                <a:latin typeface="Montserrat"/>
              </a:rPr>
              <a:t>CRIATIVA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0" y="11791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3" b="0" i="1">
                <a:solidFill>
                  <a:srgbClr val="7C6A82"/>
                </a:solidFill>
                <a:latin typeface="Cormorant Garamond"/>
              </a:rPr>
              <a:t>@marycriativa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0763250"/>
            <a:ext cx="6667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0" i="1">
                <a:solidFill>
                  <a:srgbClr val="8A63B5"/>
                </a:solidFill>
                <a:latin typeface="Cormorant Garamond"/>
              </a:rPr>
              <a:t>Identidade visual · Tema Jardim Encantado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undo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or 1"/>
          <p:cNvSpPr/>
          <p:nvPr/>
        </p:nvSpPr>
        <p:spPr>
          <a:xfrm>
            <a:off x="9144000" y="1009650"/>
            <a:ext cx="1143000" cy="1473200"/>
          </a:xfrm>
          <a:prstGeom prst="rect">
            <a:avLst/>
          </a:prstGeom>
          <a:solidFill>
            <a:srgbClr val="C49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r 2"/>
          <p:cNvSpPr/>
          <p:nvPr/>
        </p:nvSpPr>
        <p:spPr>
          <a:xfrm>
            <a:off x="9144000" y="2597149"/>
            <a:ext cx="1143000" cy="1473200"/>
          </a:xfrm>
          <a:prstGeom prst="rect">
            <a:avLst/>
          </a:prstGeom>
          <a:solidFill>
            <a:srgbClr val="F2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or 3"/>
          <p:cNvSpPr/>
          <p:nvPr/>
        </p:nvSpPr>
        <p:spPr>
          <a:xfrm>
            <a:off x="9144000" y="4184650"/>
            <a:ext cx="1143000" cy="1473200"/>
          </a:xfrm>
          <a:prstGeom prst="rect">
            <a:avLst/>
          </a:prstGeom>
          <a:solidFill>
            <a:srgbClr val="FBE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r 4"/>
          <p:cNvSpPr/>
          <p:nvPr/>
        </p:nvSpPr>
        <p:spPr>
          <a:xfrm>
            <a:off x="9144000" y="5772150"/>
            <a:ext cx="1143000" cy="1473200"/>
          </a:xfrm>
          <a:prstGeom prst="rect">
            <a:avLst/>
          </a:prstGeom>
          <a:solidFill>
            <a:srgbClr val="EB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r 5"/>
          <p:cNvSpPr/>
          <p:nvPr/>
        </p:nvSpPr>
        <p:spPr>
          <a:xfrm>
            <a:off x="9144000" y="7359650"/>
            <a:ext cx="1143000" cy="1473200"/>
          </a:xfrm>
          <a:prstGeom prst="rect">
            <a:avLst/>
          </a:prstGeom>
          <a:solidFill>
            <a:srgbClr val="CDB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r 6"/>
          <p:cNvSpPr/>
          <p:nvPr/>
        </p:nvSpPr>
        <p:spPr>
          <a:xfrm>
            <a:off x="9144000" y="8947150"/>
            <a:ext cx="1143000" cy="1473200"/>
          </a:xfrm>
          <a:prstGeom prst="rect">
            <a:avLst/>
          </a:prstGeom>
          <a:solidFill>
            <a:srgbClr val="B08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Espaco para arte: monograma (letra inicial)"/>
          <p:cNvSpPr/>
          <p:nvPr/>
        </p:nvSpPr>
        <p:spPr>
          <a:xfrm>
            <a:off x="1143000" y="857250"/>
            <a:ext cx="4953000" cy="4762500"/>
          </a:xfrm>
          <a:prstGeom prst="roundRect">
            <a:avLst>
              <a:gd name="adj" fmla="val 6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/>
          <a:lstStyle/>
          <a:p>
            <a:pPr algn="ctr"/>
            <a:r>
              <a:rPr sz="2812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2625" i="1">
                <a:solidFill>
                  <a:srgbClr val="7C6A82"/>
                </a:solidFill>
                <a:latin typeface="Cormorant Garamond"/>
              </a:rPr>
              <a:t>monograma (letra inicial)</a:t>
            </a:r>
          </a:p>
        </p:txBody>
      </p:sp>
      <p:sp>
        <p:nvSpPr>
          <p:cNvPr id="10" name="Monograma"/>
          <p:cNvSpPr txBox="1"/>
          <p:nvPr/>
        </p:nvSpPr>
        <p:spPr>
          <a:xfrm>
            <a:off x="1143000" y="857250"/>
            <a:ext cx="4953000" cy="476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1500" b="1" i="0">
                <a:solidFill>
                  <a:srgbClr val="CDB6DC"/>
                </a:solidFill>
                <a:latin typeface="Cormorant Garamond"/>
              </a:rPr>
              <a:t>L</a:t>
            </a:r>
          </a:p>
        </p:txBody>
      </p:sp>
      <p:sp>
        <p:nvSpPr>
          <p:cNvPr id="11" name="Espaco para arte: logotipo do projeto"/>
          <p:cNvSpPr/>
          <p:nvPr/>
        </p:nvSpPr>
        <p:spPr>
          <a:xfrm>
            <a:off x="381000" y="6477000"/>
            <a:ext cx="8382000" cy="4000500"/>
          </a:xfrm>
          <a:prstGeom prst="roundRect">
            <a:avLst>
              <a:gd name="adj" fmla="val 6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/>
          <a:lstStyle/>
          <a:p>
            <a:pPr algn="ctr"/>
            <a:r>
              <a:rPr sz="2362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2205" i="1">
                <a:solidFill>
                  <a:srgbClr val="7C6A82"/>
                </a:solidFill>
                <a:latin typeface="Cormorant Garamond"/>
              </a:rPr>
              <a:t>logotipo do projeto</a:t>
            </a:r>
          </a:p>
        </p:txBody>
      </p:sp>
      <p:sp>
        <p:nvSpPr>
          <p:cNvPr id="12" name="Logotipo"/>
          <p:cNvSpPr txBox="1"/>
          <p:nvPr/>
        </p:nvSpPr>
        <p:spPr>
          <a:xfrm>
            <a:off x="381000" y="6572250"/>
            <a:ext cx="8382000" cy="285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0" b="0" i="0">
                <a:solidFill>
                  <a:srgbClr val="B08AD6"/>
                </a:solidFill>
                <a:latin typeface="Great Vibes"/>
              </a:rPr>
              <a:t>Luna</a:t>
            </a:r>
          </a:p>
        </p:txBody>
      </p:sp>
      <p:sp>
        <p:nvSpPr>
          <p:cNvPr id="13" name="Chevron 12"/>
          <p:cNvSpPr/>
          <p:nvPr/>
        </p:nvSpPr>
        <p:spPr>
          <a:xfrm rot="10800000">
            <a:off x="2311146" y="9357360"/>
            <a:ext cx="701040" cy="762000"/>
          </a:xfrm>
          <a:prstGeom prst="chevron">
            <a:avLst/>
          </a:prstGeom>
          <a:solidFill>
            <a:srgbClr val="FBEFD0"/>
          </a:solidFill>
          <a:ln w="14287">
            <a:solidFill>
              <a:srgbClr val="E6C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Chevron 13"/>
          <p:cNvSpPr/>
          <p:nvPr/>
        </p:nvSpPr>
        <p:spPr>
          <a:xfrm>
            <a:off x="6131814" y="9357360"/>
            <a:ext cx="701040" cy="762000"/>
          </a:xfrm>
          <a:prstGeom prst="chevron">
            <a:avLst/>
          </a:prstGeom>
          <a:solidFill>
            <a:srgbClr val="FBEFD0"/>
          </a:solidFill>
          <a:ln w="14287">
            <a:solidFill>
              <a:srgbClr val="E6C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ita"/>
          <p:cNvSpPr/>
          <p:nvPr/>
        </p:nvSpPr>
        <p:spPr>
          <a:xfrm>
            <a:off x="2819400" y="9144000"/>
            <a:ext cx="3505200" cy="762000"/>
          </a:xfrm>
          <a:prstGeom prst="rect">
            <a:avLst/>
          </a:prstGeom>
          <a:solidFill>
            <a:srgbClr val="FBEFD0"/>
          </a:solidFill>
          <a:ln w="14287">
            <a:solidFill>
              <a:srgbClr val="E6C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819400" y="9144000"/>
            <a:ext cx="35052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720" b="0" i="0">
                <a:solidFill>
                  <a:srgbClr val="C49A48"/>
                </a:solidFill>
                <a:latin typeface="Great Vibes"/>
              </a:rPr>
              <a:t>10 anos</a:t>
            </a:r>
          </a:p>
        </p:txBody>
      </p:sp>
      <p:sp>
        <p:nvSpPr>
          <p:cNvPr id="17" name="Selo criacao autoral"/>
          <p:cNvSpPr/>
          <p:nvPr/>
        </p:nvSpPr>
        <p:spPr>
          <a:xfrm>
            <a:off x="6572250" y="4476750"/>
            <a:ext cx="1333500" cy="1333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A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72250" y="4690110"/>
            <a:ext cx="1333500" cy="186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2" b="1" i="0" spc="75">
                <a:solidFill>
                  <a:srgbClr val="8A63B5"/>
                </a:solidFill>
                <a:latin typeface="Montserrat"/>
              </a:rPr>
              <a:t>CRIAÇÃO AUTORAL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4903470"/>
            <a:ext cx="1333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C95A80"/>
                </a:solidFill>
                <a:latin typeface="Great Vibes"/>
              </a:rPr>
              <a:t>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0" y="5250180"/>
            <a:ext cx="1333500" cy="160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 i="0" spc="225">
                <a:solidFill>
                  <a:srgbClr val="C49A48"/>
                </a:solidFill>
                <a:latin typeface="Montserrat"/>
              </a:rPr>
              <a:t>CRIATIVA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2250" y="5436870"/>
            <a:ext cx="1333500" cy="160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7" b="0" i="1">
                <a:solidFill>
                  <a:srgbClr val="7C6A82"/>
                </a:solidFill>
                <a:latin typeface="Cormorant Garamond"/>
              </a:rPr>
              <a:t>@marycriativa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121158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 i="1" spc="75">
                <a:solidFill>
                  <a:srgbClr val="8A63B5"/>
                </a:solidFill>
                <a:latin typeface="Cormorant Garamond"/>
              </a:rPr>
              <a:t>Desenvolvida por @marycriativa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undo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666750"/>
            <a:ext cx="10287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 i="0" spc="450">
                <a:solidFill>
                  <a:srgbClr val="8A63B5"/>
                </a:solidFill>
                <a:latin typeface="Montserrat"/>
              </a:rPr>
              <a:t>ESTAMPAS EXCLUSIVAS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7250" y="1428750"/>
            <a:ext cx="952500" cy="28575"/>
          </a:xfrm>
          <a:prstGeom prst="rect">
            <a:avLst/>
          </a:prstGeom>
          <a:solidFill>
            <a:srgbClr val="C49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Espaco para arte: estampa 1"/>
          <p:cNvSpPr/>
          <p:nvPr/>
        </p:nvSpPr>
        <p:spPr>
          <a:xfrm>
            <a:off x="1047750" y="1905000"/>
            <a:ext cx="3905250" cy="3905250"/>
          </a:xfrm>
          <a:prstGeom prst="roundRect">
            <a:avLst>
              <a:gd name="adj" fmla="val 4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/>
          <a:lstStyle/>
          <a:p>
            <a:pPr algn="ctr"/>
            <a:r>
              <a:rPr sz="2306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2152" i="1">
                <a:solidFill>
                  <a:srgbClr val="7C6A82"/>
                </a:solidFill>
                <a:latin typeface="Cormorant Garamond"/>
              </a:rPr>
              <a:t>estampa 1</a:t>
            </a:r>
          </a:p>
        </p:txBody>
      </p:sp>
      <p:sp>
        <p:nvSpPr>
          <p:cNvPr id="6" name="Espaco para arte: estampa 2"/>
          <p:cNvSpPr/>
          <p:nvPr/>
        </p:nvSpPr>
        <p:spPr>
          <a:xfrm>
            <a:off x="5334000" y="1905000"/>
            <a:ext cx="3905250" cy="3905250"/>
          </a:xfrm>
          <a:prstGeom prst="roundRect">
            <a:avLst>
              <a:gd name="adj" fmla="val 4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/>
          <a:lstStyle/>
          <a:p>
            <a:pPr algn="ctr"/>
            <a:r>
              <a:rPr sz="2306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2152" i="1">
                <a:solidFill>
                  <a:srgbClr val="7C6A82"/>
                </a:solidFill>
                <a:latin typeface="Cormorant Garamond"/>
              </a:rPr>
              <a:t>estampa 2</a:t>
            </a:r>
          </a:p>
        </p:txBody>
      </p:sp>
      <p:sp>
        <p:nvSpPr>
          <p:cNvPr id="7" name="Espaco para arte: estampa 3"/>
          <p:cNvSpPr/>
          <p:nvPr/>
        </p:nvSpPr>
        <p:spPr>
          <a:xfrm>
            <a:off x="1047750" y="6191250"/>
            <a:ext cx="3905250" cy="3905250"/>
          </a:xfrm>
          <a:prstGeom prst="roundRect">
            <a:avLst>
              <a:gd name="adj" fmla="val 4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/>
          <a:lstStyle/>
          <a:p>
            <a:pPr algn="ctr"/>
            <a:r>
              <a:rPr sz="2306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2152" i="1">
                <a:solidFill>
                  <a:srgbClr val="7C6A82"/>
                </a:solidFill>
                <a:latin typeface="Cormorant Garamond"/>
              </a:rPr>
              <a:t>estampa 3</a:t>
            </a:r>
          </a:p>
        </p:txBody>
      </p:sp>
      <p:sp>
        <p:nvSpPr>
          <p:cNvPr id="8" name="Espaco para arte: estampa 4"/>
          <p:cNvSpPr/>
          <p:nvPr/>
        </p:nvSpPr>
        <p:spPr>
          <a:xfrm>
            <a:off x="5334000" y="6191250"/>
            <a:ext cx="3905250" cy="3905250"/>
          </a:xfrm>
          <a:prstGeom prst="roundRect">
            <a:avLst>
              <a:gd name="adj" fmla="val 4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/>
          <a:lstStyle/>
          <a:p>
            <a:pPr algn="ctr"/>
            <a:r>
              <a:rPr sz="2306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2152" i="1">
                <a:solidFill>
                  <a:srgbClr val="7C6A82"/>
                </a:solidFill>
                <a:latin typeface="Cormorant Garamond"/>
              </a:rPr>
              <a:t>estampa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0477500"/>
            <a:ext cx="10287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5A80"/>
                </a:solidFill>
                <a:latin typeface="Great Vibes"/>
              </a:rPr>
              <a:t>Elementos</a:t>
            </a:r>
          </a:p>
        </p:txBody>
      </p:sp>
      <p:sp>
        <p:nvSpPr>
          <p:cNvPr id="10" name="Espaco para arte: elemento 1"/>
          <p:cNvSpPr/>
          <p:nvPr/>
        </p:nvSpPr>
        <p:spPr>
          <a:xfrm>
            <a:off x="1047750" y="11239500"/>
            <a:ext cx="1428750" cy="1047750"/>
          </a:xfrm>
          <a:prstGeom prst="roundRect">
            <a:avLst>
              <a:gd name="adj" fmla="val 20000"/>
            </a:avLst>
          </a:prstGeom>
          <a:solidFill>
            <a:srgbClr val="FFF3F7"/>
          </a:solidFill>
          <a:ln w="23812">
            <a:solidFill>
              <a:srgbClr val="E07A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2387"/>
          <a:lstStyle/>
          <a:p>
            <a:pPr algn="ctr"/>
            <a:r>
              <a:rPr sz="675" b="1" spc="150">
                <a:solidFill>
                  <a:srgbClr val="E07A9C"/>
                </a:solidFill>
                <a:latin typeface="Montserrat"/>
              </a:rPr>
              <a:t>SUA ARTE AQUI</a:t>
            </a:r>
          </a:p>
          <a:p>
            <a:pPr algn="ctr"/>
            <a:r>
              <a:rPr sz="825" i="1">
                <a:solidFill>
                  <a:srgbClr val="7C6A82"/>
                </a:solidFill>
                <a:latin typeface="Cormorant Garamond"/>
              </a:rPr>
              <a:t>elemento 1</a:t>
            </a:r>
          </a:p>
        </p:txBody>
      </p:sp>
      <p:sp>
        <p:nvSpPr>
          <p:cNvPr id="11" name="Espaco para arte: elemento 2"/>
          <p:cNvSpPr/>
          <p:nvPr/>
        </p:nvSpPr>
        <p:spPr>
          <a:xfrm>
            <a:off x="2743200" y="11239500"/>
            <a:ext cx="1428750" cy="1047750"/>
          </a:xfrm>
          <a:prstGeom prst="roundRect">
            <a:avLst>
              <a:gd name="adj" fmla="val 20000"/>
            </a:avLst>
          </a:prstGeom>
          <a:solidFill>
            <a:srgbClr val="FFF3F7"/>
          </a:solidFill>
          <a:ln w="23812">
            <a:solidFill>
              <a:srgbClr val="E07A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2387"/>
          <a:lstStyle/>
          <a:p>
            <a:pPr algn="ctr"/>
            <a:r>
              <a:rPr sz="675" b="1" spc="150">
                <a:solidFill>
                  <a:srgbClr val="E07A9C"/>
                </a:solidFill>
                <a:latin typeface="Montserrat"/>
              </a:rPr>
              <a:t>SUA ARTE AQUI</a:t>
            </a:r>
          </a:p>
          <a:p>
            <a:pPr algn="ctr"/>
            <a:r>
              <a:rPr sz="825" i="1">
                <a:solidFill>
                  <a:srgbClr val="7C6A82"/>
                </a:solidFill>
                <a:latin typeface="Cormorant Garamond"/>
              </a:rPr>
              <a:t>elemento 2</a:t>
            </a:r>
          </a:p>
        </p:txBody>
      </p:sp>
      <p:sp>
        <p:nvSpPr>
          <p:cNvPr id="12" name="Espaco para arte: elemento 3"/>
          <p:cNvSpPr/>
          <p:nvPr/>
        </p:nvSpPr>
        <p:spPr>
          <a:xfrm>
            <a:off x="4438650" y="11239500"/>
            <a:ext cx="1428750" cy="1047750"/>
          </a:xfrm>
          <a:prstGeom prst="roundRect">
            <a:avLst>
              <a:gd name="adj" fmla="val 20000"/>
            </a:avLst>
          </a:prstGeom>
          <a:solidFill>
            <a:srgbClr val="FFF3F7"/>
          </a:solidFill>
          <a:ln w="23812">
            <a:solidFill>
              <a:srgbClr val="E07A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2387"/>
          <a:lstStyle/>
          <a:p>
            <a:pPr algn="ctr"/>
            <a:r>
              <a:rPr sz="675" b="1" spc="150">
                <a:solidFill>
                  <a:srgbClr val="E07A9C"/>
                </a:solidFill>
                <a:latin typeface="Montserrat"/>
              </a:rPr>
              <a:t>SUA ARTE AQUI</a:t>
            </a:r>
          </a:p>
          <a:p>
            <a:pPr algn="ctr"/>
            <a:r>
              <a:rPr sz="825" i="1">
                <a:solidFill>
                  <a:srgbClr val="7C6A82"/>
                </a:solidFill>
                <a:latin typeface="Cormorant Garamond"/>
              </a:rPr>
              <a:t>elemento 3</a:t>
            </a:r>
          </a:p>
        </p:txBody>
      </p:sp>
      <p:sp>
        <p:nvSpPr>
          <p:cNvPr id="13" name="Espaco para arte: elemento 4"/>
          <p:cNvSpPr/>
          <p:nvPr/>
        </p:nvSpPr>
        <p:spPr>
          <a:xfrm>
            <a:off x="6134100" y="11239500"/>
            <a:ext cx="1428750" cy="1047750"/>
          </a:xfrm>
          <a:prstGeom prst="roundRect">
            <a:avLst>
              <a:gd name="adj" fmla="val 20000"/>
            </a:avLst>
          </a:prstGeom>
          <a:solidFill>
            <a:srgbClr val="FFF3F7"/>
          </a:solidFill>
          <a:ln w="23812">
            <a:solidFill>
              <a:srgbClr val="E07A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2387"/>
          <a:lstStyle/>
          <a:p>
            <a:pPr algn="ctr"/>
            <a:r>
              <a:rPr sz="675" b="1" spc="150">
                <a:solidFill>
                  <a:srgbClr val="E07A9C"/>
                </a:solidFill>
                <a:latin typeface="Montserrat"/>
              </a:rPr>
              <a:t>SUA ARTE AQUI</a:t>
            </a:r>
          </a:p>
          <a:p>
            <a:pPr algn="ctr"/>
            <a:r>
              <a:rPr sz="825" i="1">
                <a:solidFill>
                  <a:srgbClr val="7C6A82"/>
                </a:solidFill>
                <a:latin typeface="Cormorant Garamond"/>
              </a:rPr>
              <a:t>elemento 4</a:t>
            </a:r>
          </a:p>
        </p:txBody>
      </p:sp>
      <p:sp>
        <p:nvSpPr>
          <p:cNvPr id="14" name="Espaco para arte: elemento 5"/>
          <p:cNvSpPr/>
          <p:nvPr/>
        </p:nvSpPr>
        <p:spPr>
          <a:xfrm>
            <a:off x="7829550" y="11239500"/>
            <a:ext cx="1428750" cy="1047750"/>
          </a:xfrm>
          <a:prstGeom prst="roundRect">
            <a:avLst>
              <a:gd name="adj" fmla="val 20000"/>
            </a:avLst>
          </a:prstGeom>
          <a:solidFill>
            <a:srgbClr val="FFF3F7"/>
          </a:solidFill>
          <a:ln w="23812">
            <a:solidFill>
              <a:srgbClr val="E07A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2387"/>
          <a:lstStyle/>
          <a:p>
            <a:pPr algn="ctr"/>
            <a:r>
              <a:rPr sz="675" b="1" spc="150">
                <a:solidFill>
                  <a:srgbClr val="E07A9C"/>
                </a:solidFill>
                <a:latin typeface="Montserrat"/>
              </a:rPr>
              <a:t>SUA ARTE AQUI</a:t>
            </a:r>
          </a:p>
          <a:p>
            <a:pPr algn="ctr"/>
            <a:r>
              <a:rPr sz="825" i="1">
                <a:solidFill>
                  <a:srgbClr val="7C6A82"/>
                </a:solidFill>
                <a:latin typeface="Cormorant Garamond"/>
              </a:rPr>
              <a:t>elemento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fundo-xadrez-ro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71500"/>
            <a:ext cx="10287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0" b="0" i="0">
                <a:solidFill>
                  <a:srgbClr val="C95A80"/>
                </a:solidFill>
                <a:latin typeface="Great Vibes"/>
              </a:rPr>
              <a:t>Aplicações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192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 spc="225">
                <a:solidFill>
                  <a:srgbClr val="8A63B5"/>
                </a:solidFill>
                <a:latin typeface="Montserrat"/>
              </a:rPr>
              <a:t>CONVITE · SAVE THE DATE · PLACA DE BOAS-VINDAS</a:t>
            </a:r>
          </a:p>
        </p:txBody>
      </p:sp>
      <p:sp>
        <p:nvSpPr>
          <p:cNvPr id="5" name="Celular 1"/>
          <p:cNvSpPr/>
          <p:nvPr/>
        </p:nvSpPr>
        <p:spPr>
          <a:xfrm rot="21240000">
            <a:off x="857250" y="2857500"/>
            <a:ext cx="3143250" cy="5905500"/>
          </a:xfrm>
          <a:prstGeom prst="roundRect">
            <a:avLst>
              <a:gd name="adj" fmla="val 10000"/>
            </a:avLst>
          </a:prstGeom>
          <a:solidFill>
            <a:srgbClr val="2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Espaco para arte: convite"/>
          <p:cNvSpPr/>
          <p:nvPr/>
        </p:nvSpPr>
        <p:spPr>
          <a:xfrm rot="21240000">
            <a:off x="1009650" y="3143250"/>
            <a:ext cx="2838450" cy="533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/>
          <a:lstStyle/>
          <a:p>
            <a:pPr algn="ctr"/>
            <a:r>
              <a:rPr sz="1676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1564" i="1">
                <a:solidFill>
                  <a:srgbClr val="7C6A82"/>
                </a:solidFill>
                <a:latin typeface="Cormorant Garamond"/>
              </a:rPr>
              <a:t>convite</a:t>
            </a:r>
          </a:p>
        </p:txBody>
      </p:sp>
      <p:sp>
        <p:nvSpPr>
          <p:cNvPr id="7" name="Celular 2"/>
          <p:cNvSpPr/>
          <p:nvPr/>
        </p:nvSpPr>
        <p:spPr>
          <a:xfrm rot="300000">
            <a:off x="3619500" y="3429000"/>
            <a:ext cx="3143250" cy="5905500"/>
          </a:xfrm>
          <a:prstGeom prst="roundRect">
            <a:avLst>
              <a:gd name="adj" fmla="val 10000"/>
            </a:avLst>
          </a:prstGeom>
          <a:solidFill>
            <a:srgbClr val="2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Espaco para arte: save the date"/>
          <p:cNvSpPr/>
          <p:nvPr/>
        </p:nvSpPr>
        <p:spPr>
          <a:xfrm rot="300000">
            <a:off x="3771900" y="3714750"/>
            <a:ext cx="2838450" cy="533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/>
          <a:lstStyle/>
          <a:p>
            <a:pPr algn="ctr"/>
            <a:r>
              <a:rPr sz="1676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1564" i="1">
                <a:solidFill>
                  <a:srgbClr val="7C6A82"/>
                </a:solidFill>
                <a:latin typeface="Cormorant Garamond"/>
              </a:rPr>
              <a:t>save the date</a:t>
            </a:r>
          </a:p>
        </p:txBody>
      </p:sp>
      <p:sp>
        <p:nvSpPr>
          <p:cNvPr id="9" name="Cavalete"/>
          <p:cNvSpPr/>
          <p:nvPr/>
        </p:nvSpPr>
        <p:spPr>
          <a:xfrm rot="720000">
            <a:off x="7239000" y="9525000"/>
            <a:ext cx="133350" cy="2857500"/>
          </a:xfrm>
          <a:prstGeom prst="rect">
            <a:avLst/>
          </a:prstGeom>
          <a:solidFill>
            <a:srgbClr val="C89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avalete"/>
          <p:cNvSpPr/>
          <p:nvPr/>
        </p:nvSpPr>
        <p:spPr>
          <a:xfrm rot="20880000">
            <a:off x="8953500" y="9525000"/>
            <a:ext cx="133350" cy="2857500"/>
          </a:xfrm>
          <a:prstGeom prst="rect">
            <a:avLst/>
          </a:prstGeom>
          <a:solidFill>
            <a:srgbClr val="C89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Cavalete"/>
          <p:cNvSpPr/>
          <p:nvPr/>
        </p:nvSpPr>
        <p:spPr>
          <a:xfrm>
            <a:off x="8096250" y="9715500"/>
            <a:ext cx="133350" cy="2476500"/>
          </a:xfrm>
          <a:prstGeom prst="rect">
            <a:avLst/>
          </a:prstGeom>
          <a:solidFill>
            <a:srgbClr val="B8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Espaco para arte: placa de boas-vindas"/>
          <p:cNvSpPr/>
          <p:nvPr/>
        </p:nvSpPr>
        <p:spPr>
          <a:xfrm>
            <a:off x="6858000" y="4000500"/>
            <a:ext cx="2667000" cy="571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/>
          <a:lstStyle/>
          <a:p>
            <a:pPr algn="ctr"/>
            <a:r>
              <a:rPr sz="1575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1470" i="1">
                <a:solidFill>
                  <a:srgbClr val="7C6A82"/>
                </a:solidFill>
                <a:latin typeface="Cormorant Garamond"/>
              </a:rPr>
              <a:t>placa de boas-vindas</a:t>
            </a:r>
          </a:p>
        </p:txBody>
      </p:sp>
      <p:sp>
        <p:nvSpPr>
          <p:cNvPr id="13" name="Selo criacao autoral"/>
          <p:cNvSpPr/>
          <p:nvPr/>
        </p:nvSpPr>
        <p:spPr>
          <a:xfrm>
            <a:off x="762000" y="10572750"/>
            <a:ext cx="1333500" cy="1333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A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2000" y="10786110"/>
            <a:ext cx="1333500" cy="186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2" b="1" i="0" spc="75">
                <a:solidFill>
                  <a:srgbClr val="8A63B5"/>
                </a:solidFill>
                <a:latin typeface="Montserrat"/>
              </a:rPr>
              <a:t>CRIAÇÃO AUTORAL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0999470"/>
            <a:ext cx="1333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C95A80"/>
                </a:solidFill>
                <a:latin typeface="Great Vibes"/>
              </a:rPr>
              <a:t>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1346180"/>
            <a:ext cx="1333500" cy="160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 i="0" spc="225">
                <a:solidFill>
                  <a:srgbClr val="C49A48"/>
                </a:solidFill>
                <a:latin typeface="Montserrat"/>
              </a:rPr>
              <a:t>CRIATIVA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1532870"/>
            <a:ext cx="1333500" cy="160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7" b="0" i="1">
                <a:solidFill>
                  <a:srgbClr val="7C6A82"/>
                </a:solidFill>
                <a:latin typeface="Cormorant Garamond"/>
              </a:rPr>
              <a:t>@marycriativa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fundo-xadrez-li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Cartao"/>
          <p:cNvSpPr/>
          <p:nvPr/>
        </p:nvSpPr>
        <p:spPr>
          <a:xfrm>
            <a:off x="1047750" y="2476500"/>
            <a:ext cx="8191500" cy="790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49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524000" y="3143250"/>
            <a:ext cx="7239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250" b="1" i="0">
                <a:solidFill>
                  <a:srgbClr val="4A3550"/>
                </a:solidFill>
                <a:latin typeface="Cormorant Garamond"/>
              </a:rPr>
              <a:t>Quer uma identidade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4095750"/>
            <a:ext cx="72390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750" b="0" i="0">
                <a:solidFill>
                  <a:srgbClr val="C95A80"/>
                </a:solidFill>
                <a:latin typeface="Great Vibes"/>
              </a:rPr>
              <a:t>assim?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6096000"/>
            <a:ext cx="6858000" cy="1238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700" b="0" i="1">
                <a:solidFill>
                  <a:srgbClr val="7C6A82"/>
                </a:solidFill>
                <a:latin typeface="Cormorant Garamond"/>
              </a:rPr>
              <a:t>Cada festa merece uma identidade só dela.</a:t>
            </a:r>
          </a:p>
          <a:p>
            <a:pPr algn="ctr">
              <a:lnSpc>
                <a:spcPct val="110000"/>
              </a:lnSpc>
            </a:pPr>
            <a:r>
              <a:rPr sz="2700" b="0" i="1">
                <a:solidFill>
                  <a:srgbClr val="7C6A82"/>
                </a:solidFill>
                <a:latin typeface="Cormorant Garamond"/>
              </a:rPr>
              <a:t>Me chama que eu crio a da sua!</a:t>
            </a:r>
          </a:p>
        </p:txBody>
      </p:sp>
      <p:sp>
        <p:nvSpPr>
          <p:cNvPr id="7" name="Botao"/>
          <p:cNvSpPr/>
          <p:nvPr/>
        </p:nvSpPr>
        <p:spPr>
          <a:xfrm>
            <a:off x="2762250" y="7810500"/>
            <a:ext cx="4762500" cy="914400"/>
          </a:xfrm>
          <a:prstGeom prst="roundRect">
            <a:avLst>
              <a:gd name="adj" fmla="val 50000"/>
            </a:avLst>
          </a:prstGeom>
          <a:solidFill>
            <a:srgbClr val="E0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62250" y="7810500"/>
            <a:ext cx="47625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 spc="150">
                <a:solidFill>
                  <a:srgbClr val="FFFFFF"/>
                </a:solidFill>
                <a:latin typeface="Montserrat"/>
              </a:rPr>
              <a:t>ORÇAMENTO NO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9048750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1">
                <a:solidFill>
                  <a:srgbClr val="8A63B5"/>
                </a:solidFill>
                <a:latin typeface="Cormorant Garamond"/>
              </a:rPr>
              <a:t>@marycriativa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0953750"/>
            <a:ext cx="10287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750" b="0" i="0">
                <a:solidFill>
                  <a:srgbClr val="C49A48"/>
                </a:solidFill>
                <a:latin typeface="Great Vibes"/>
              </a:rPr>
              <a:t>Mary Criativa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undo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itulo"/>
          <p:cNvSpPr txBox="1"/>
          <p:nvPr/>
        </p:nvSpPr>
        <p:spPr>
          <a:xfrm>
            <a:off x="0" y="571500"/>
            <a:ext cx="10287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0" b="1" i="0" spc="300">
                <a:solidFill>
                  <a:srgbClr val="C95A80"/>
                </a:solidFill>
                <a:latin typeface="Montserrat"/>
              </a:rPr>
              <a:t>PROMOÇÃO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240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A63B5"/>
                </a:solidFill>
                <a:latin typeface="Montserrat"/>
              </a:rPr>
              <a:t>Festa infantil  •  Pacote de identidade visual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143250" y="2114550"/>
            <a:ext cx="495300" cy="38100"/>
          </a:xfrm>
          <a:prstGeom prst="rect">
            <a:avLst/>
          </a:prstGeom>
          <a:solidFill>
            <a:srgbClr val="E0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29050" y="2114550"/>
            <a:ext cx="495300" cy="38100"/>
          </a:xfrm>
          <a:prstGeom prst="rect">
            <a:avLst/>
          </a:prstGeom>
          <a:solidFill>
            <a:srgbClr val="B08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14850" y="2114550"/>
            <a:ext cx="495300" cy="38100"/>
          </a:xfrm>
          <a:prstGeom prst="rect">
            <a:avLst/>
          </a:prstGeom>
          <a:solidFill>
            <a:srgbClr val="C49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00650" y="2114550"/>
            <a:ext cx="495300" cy="38100"/>
          </a:xfrm>
          <a:prstGeom prst="rect">
            <a:avLst/>
          </a:prstGeom>
          <a:solidFill>
            <a:srgbClr val="E0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86450" y="2114550"/>
            <a:ext cx="495300" cy="38100"/>
          </a:xfrm>
          <a:prstGeom prst="rect">
            <a:avLst/>
          </a:prstGeom>
          <a:solidFill>
            <a:srgbClr val="B08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72250" y="2114550"/>
            <a:ext cx="495300" cy="38100"/>
          </a:xfrm>
          <a:prstGeom prst="rect">
            <a:avLst/>
          </a:prstGeom>
          <a:solidFill>
            <a:srgbClr val="C49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2000" y="2571750"/>
            <a:ext cx="4000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spc="150">
                <a:solidFill>
                  <a:srgbClr val="8A63B5"/>
                </a:solidFill>
                <a:latin typeface="Montserrat"/>
              </a:rPr>
              <a:t>PACOTE 02</a:t>
            </a:r>
          </a:p>
        </p:txBody>
      </p:sp>
      <p:sp>
        <p:nvSpPr>
          <p:cNvPr id="12" name="Nome do pacote"/>
          <p:cNvSpPr txBox="1"/>
          <p:nvPr/>
        </p:nvSpPr>
        <p:spPr>
          <a:xfrm>
            <a:off x="762000" y="2905125"/>
            <a:ext cx="4191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0" i="0">
                <a:solidFill>
                  <a:srgbClr val="C95A80"/>
                </a:solidFill>
                <a:latin typeface="Great Vibes"/>
              </a:rPr>
              <a:t>Encanto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048125"/>
            <a:ext cx="3810000" cy="28575"/>
          </a:xfrm>
          <a:prstGeom prst="rect">
            <a:avLst/>
          </a:prstGeom>
          <a:solidFill>
            <a:srgbClr val="C49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reco antigo"/>
          <p:cNvSpPr txBox="1"/>
          <p:nvPr/>
        </p:nvSpPr>
        <p:spPr>
          <a:xfrm>
            <a:off x="762000" y="4238625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0" i="0" strike="sngStrike">
                <a:solidFill>
                  <a:srgbClr val="7C6A82"/>
                </a:solidFill>
                <a:latin typeface="Montserrat"/>
              </a:rPr>
              <a:t>de R$ 650,00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619625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7C6A82"/>
                </a:solidFill>
                <a:latin typeface="Montserrat"/>
              </a:rPr>
              <a:t>por apenas</a:t>
            </a:r>
          </a:p>
        </p:txBody>
      </p:sp>
      <p:sp>
        <p:nvSpPr>
          <p:cNvPr id="16" name="Preco"/>
          <p:cNvSpPr txBox="1"/>
          <p:nvPr/>
        </p:nvSpPr>
        <p:spPr>
          <a:xfrm>
            <a:off x="762000" y="5000625"/>
            <a:ext cx="419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 i="0">
                <a:solidFill>
                  <a:srgbClr val="C95A80"/>
                </a:solidFill>
                <a:latin typeface="Montserrat"/>
              </a:rPr>
              <a:t>R$ 560,00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91125" y="2571750"/>
            <a:ext cx="28575" cy="3333750"/>
          </a:xfrm>
          <a:prstGeom prst="rect">
            <a:avLst/>
          </a:prstGeom>
          <a:solidFill>
            <a:srgbClr val="B08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524500" y="2571750"/>
            <a:ext cx="419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 spc="150">
                <a:solidFill>
                  <a:srgbClr val="8A63B5"/>
                </a:solidFill>
                <a:latin typeface="Montserrat"/>
              </a:rPr>
              <a:t>ITENS INCLUSOS</a:t>
            </a:r>
          </a:p>
        </p:txBody>
      </p:sp>
      <p:sp>
        <p:nvSpPr>
          <p:cNvPr id="19" name="Itens 1"/>
          <p:cNvSpPr txBox="1"/>
          <p:nvPr/>
        </p:nvSpPr>
        <p:spPr>
          <a:xfrm>
            <a:off x="5524500" y="3095625"/>
            <a:ext cx="2190750" cy="276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Brasão</a:t>
            </a:r>
          </a:p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Logotipo</a:t>
            </a:r>
          </a:p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Monogramas</a:t>
            </a:r>
          </a:p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Paleta de cores</a:t>
            </a:r>
          </a:p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3 estampas</a:t>
            </a:r>
          </a:p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Elementos</a:t>
            </a:r>
          </a:p>
        </p:txBody>
      </p:sp>
      <p:sp>
        <p:nvSpPr>
          <p:cNvPr id="20" name="Itens 2"/>
          <p:cNvSpPr txBox="1"/>
          <p:nvPr/>
        </p:nvSpPr>
        <p:spPr>
          <a:xfrm>
            <a:off x="7715250" y="3095625"/>
            <a:ext cx="2190750" cy="276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Tipografia</a:t>
            </a:r>
          </a:p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Convite virtual</a:t>
            </a:r>
          </a:p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Save the date</a:t>
            </a:r>
          </a:p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Cardápio</a:t>
            </a:r>
          </a:p>
          <a:p>
            <a:pPr algn="l">
              <a:lnSpc>
                <a:spcPct val="135000"/>
              </a:lnSpc>
            </a:pPr>
            <a:r>
              <a:rPr sz="1725" b="0" i="0">
                <a:solidFill>
                  <a:srgbClr val="4A3550"/>
                </a:solidFill>
                <a:latin typeface="Montserrat"/>
              </a:rPr>
              <a:t>•  2 tags</a:t>
            </a:r>
          </a:p>
        </p:txBody>
      </p:sp>
      <p:sp>
        <p:nvSpPr>
          <p:cNvPr id="21" name="Espaco para arte: brasão"/>
          <p:cNvSpPr/>
          <p:nvPr/>
        </p:nvSpPr>
        <p:spPr>
          <a:xfrm>
            <a:off x="571500" y="6477000"/>
            <a:ext cx="3238500" cy="2381250"/>
          </a:xfrm>
          <a:prstGeom prst="roundRect">
            <a:avLst>
              <a:gd name="adj" fmla="val 30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9062"/>
          <a:lstStyle/>
          <a:p>
            <a:pPr algn="ctr"/>
            <a:r>
              <a:rPr sz="1406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1312" i="1">
                <a:solidFill>
                  <a:srgbClr val="7C6A82"/>
                </a:solidFill>
                <a:latin typeface="Cormorant Garamond"/>
              </a:rPr>
              <a:t>brasão</a:t>
            </a:r>
          </a:p>
        </p:txBody>
      </p:sp>
      <p:sp>
        <p:nvSpPr>
          <p:cNvPr id="22" name="Espaco para arte: logotipo"/>
          <p:cNvSpPr/>
          <p:nvPr/>
        </p:nvSpPr>
        <p:spPr>
          <a:xfrm>
            <a:off x="4000500" y="6572250"/>
            <a:ext cx="2476500" cy="1524000"/>
          </a:xfrm>
          <a:prstGeom prst="roundRect">
            <a:avLst>
              <a:gd name="adj" fmla="val 10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/>
          <a:lstStyle/>
          <a:p>
            <a:pPr algn="ctr"/>
            <a:r>
              <a:rPr sz="900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840" i="1">
                <a:solidFill>
                  <a:srgbClr val="7C6A82"/>
                </a:solidFill>
                <a:latin typeface="Cormorant Garamond"/>
              </a:rPr>
              <a:t>logotipo</a:t>
            </a:r>
          </a:p>
        </p:txBody>
      </p:sp>
      <p:sp>
        <p:nvSpPr>
          <p:cNvPr id="23" name="Espaco para arte: monograma"/>
          <p:cNvSpPr/>
          <p:nvPr/>
        </p:nvSpPr>
        <p:spPr>
          <a:xfrm>
            <a:off x="6858000" y="6381750"/>
            <a:ext cx="2476500" cy="2190750"/>
          </a:xfrm>
          <a:prstGeom prst="roundRect">
            <a:avLst>
              <a:gd name="adj" fmla="val 10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537"/>
          <a:lstStyle/>
          <a:p>
            <a:pPr algn="ctr"/>
            <a:r>
              <a:rPr sz="1293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1207" i="1">
                <a:solidFill>
                  <a:srgbClr val="7C6A82"/>
                </a:solidFill>
                <a:latin typeface="Cormorant Garamond"/>
              </a:rPr>
              <a:t>monograma</a:t>
            </a:r>
          </a:p>
        </p:txBody>
      </p:sp>
      <p:sp>
        <p:nvSpPr>
          <p:cNvPr id="24" name="Cor 1"/>
          <p:cNvSpPr/>
          <p:nvPr/>
        </p:nvSpPr>
        <p:spPr>
          <a:xfrm>
            <a:off x="4191000" y="8382000"/>
            <a:ext cx="666750" cy="666750"/>
          </a:xfrm>
          <a:prstGeom prst="ellipse">
            <a:avLst/>
          </a:prstGeom>
          <a:solidFill>
            <a:srgbClr val="E0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Cor 2"/>
          <p:cNvSpPr/>
          <p:nvPr/>
        </p:nvSpPr>
        <p:spPr>
          <a:xfrm>
            <a:off x="4972050" y="8382000"/>
            <a:ext cx="666750" cy="666750"/>
          </a:xfrm>
          <a:prstGeom prst="ellipse">
            <a:avLst/>
          </a:prstGeom>
          <a:solidFill>
            <a:srgbClr val="F7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Cor 3"/>
          <p:cNvSpPr/>
          <p:nvPr/>
        </p:nvSpPr>
        <p:spPr>
          <a:xfrm>
            <a:off x="5753100" y="8382000"/>
            <a:ext cx="666750" cy="666750"/>
          </a:xfrm>
          <a:prstGeom prst="ellipse">
            <a:avLst/>
          </a:prstGeom>
          <a:solidFill>
            <a:srgbClr val="B08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Cor 4"/>
          <p:cNvSpPr/>
          <p:nvPr/>
        </p:nvSpPr>
        <p:spPr>
          <a:xfrm>
            <a:off x="4191000" y="9163050"/>
            <a:ext cx="666750" cy="666750"/>
          </a:xfrm>
          <a:prstGeom prst="ellipse">
            <a:avLst/>
          </a:prstGeom>
          <a:solidFill>
            <a:srgbClr val="C49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Cor 5"/>
          <p:cNvSpPr/>
          <p:nvPr/>
        </p:nvSpPr>
        <p:spPr>
          <a:xfrm>
            <a:off x="4972050" y="9163050"/>
            <a:ext cx="666750" cy="666750"/>
          </a:xfrm>
          <a:prstGeom prst="ellipse">
            <a:avLst/>
          </a:prstGeom>
          <a:solidFill>
            <a:srgbClr val="FBF3E8"/>
          </a:solidFill>
          <a:ln w="9525">
            <a:solidFill>
              <a:srgbClr val="EA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Cor 6"/>
          <p:cNvSpPr/>
          <p:nvPr/>
        </p:nvSpPr>
        <p:spPr>
          <a:xfrm>
            <a:off x="5753100" y="9163050"/>
            <a:ext cx="666750" cy="666750"/>
          </a:xfrm>
          <a:prstGeom prst="ellipse">
            <a:avLst/>
          </a:prstGeom>
          <a:solidFill>
            <a:srgbClr val="E9D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Espaco para arte: estampa 1"/>
          <p:cNvSpPr/>
          <p:nvPr/>
        </p:nvSpPr>
        <p:spPr>
          <a:xfrm>
            <a:off x="571500" y="9144000"/>
            <a:ext cx="1714500" cy="1714500"/>
          </a:xfrm>
          <a:prstGeom prst="roundRect">
            <a:avLst>
              <a:gd name="adj" fmla="val 4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5725"/>
          <a:lstStyle/>
          <a:p>
            <a:pPr algn="ctr"/>
            <a:r>
              <a:rPr sz="1012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945" i="1">
                <a:solidFill>
                  <a:srgbClr val="7C6A82"/>
                </a:solidFill>
                <a:latin typeface="Cormorant Garamond"/>
              </a:rPr>
              <a:t>estampa 1</a:t>
            </a:r>
          </a:p>
        </p:txBody>
      </p:sp>
      <p:sp>
        <p:nvSpPr>
          <p:cNvPr id="31" name="Espaco para arte: estampa 2"/>
          <p:cNvSpPr/>
          <p:nvPr/>
        </p:nvSpPr>
        <p:spPr>
          <a:xfrm>
            <a:off x="1905000" y="10287000"/>
            <a:ext cx="1714500" cy="1714500"/>
          </a:xfrm>
          <a:prstGeom prst="roundRect">
            <a:avLst>
              <a:gd name="adj" fmla="val 4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5725"/>
          <a:lstStyle/>
          <a:p>
            <a:pPr algn="ctr"/>
            <a:r>
              <a:rPr sz="1012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945" i="1">
                <a:solidFill>
                  <a:srgbClr val="7C6A82"/>
                </a:solidFill>
                <a:latin typeface="Cormorant Garamond"/>
              </a:rPr>
              <a:t>estampa 2</a:t>
            </a:r>
          </a:p>
        </p:txBody>
      </p:sp>
      <p:sp>
        <p:nvSpPr>
          <p:cNvPr id="32" name="Espaco para arte: estampa 3"/>
          <p:cNvSpPr/>
          <p:nvPr/>
        </p:nvSpPr>
        <p:spPr>
          <a:xfrm>
            <a:off x="571500" y="10858500"/>
            <a:ext cx="1238250" cy="1238250"/>
          </a:xfrm>
          <a:prstGeom prst="roundRect">
            <a:avLst>
              <a:gd name="adj" fmla="val 4000"/>
            </a:avLst>
          </a:prstGeom>
          <a:solidFill>
            <a:srgbClr val="F8F3FD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1912"/>
          <a:lstStyle/>
          <a:p>
            <a:pPr algn="ctr"/>
            <a:r>
              <a:rPr sz="731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825" i="1">
                <a:solidFill>
                  <a:srgbClr val="7C6A82"/>
                </a:solidFill>
                <a:latin typeface="Cormorant Garamond"/>
              </a:rPr>
              <a:t>estampa 3</a:t>
            </a:r>
          </a:p>
        </p:txBody>
      </p:sp>
      <p:sp>
        <p:nvSpPr>
          <p:cNvPr id="33" name="Tablet 1"/>
          <p:cNvSpPr/>
          <p:nvPr/>
        </p:nvSpPr>
        <p:spPr>
          <a:xfrm rot="21000000">
            <a:off x="4191000" y="9810750"/>
            <a:ext cx="1428750" cy="1857375"/>
          </a:xfrm>
          <a:prstGeom prst="roundRect">
            <a:avLst>
              <a:gd name="adj" fmla="val 10000"/>
            </a:avLst>
          </a:prstGeom>
          <a:solidFill>
            <a:srgbClr val="2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Espaco para arte: save the date"/>
          <p:cNvSpPr/>
          <p:nvPr/>
        </p:nvSpPr>
        <p:spPr>
          <a:xfrm rot="21000000">
            <a:off x="4295775" y="9915525"/>
            <a:ext cx="1219200" cy="16478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2391"/>
          <a:lstStyle/>
          <a:p>
            <a:pPr algn="ctr"/>
            <a:r>
              <a:rPr sz="719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825" i="1">
                <a:solidFill>
                  <a:srgbClr val="7C6A82"/>
                </a:solidFill>
                <a:latin typeface="Cormorant Garamond"/>
              </a:rPr>
              <a:t>save the date</a:t>
            </a:r>
          </a:p>
        </p:txBody>
      </p:sp>
      <p:sp>
        <p:nvSpPr>
          <p:cNvPr id="35" name="Tablet 2"/>
          <p:cNvSpPr/>
          <p:nvPr/>
        </p:nvSpPr>
        <p:spPr>
          <a:xfrm rot="360000">
            <a:off x="5476875" y="10096500"/>
            <a:ext cx="1428750" cy="1857375"/>
          </a:xfrm>
          <a:prstGeom prst="roundRect">
            <a:avLst>
              <a:gd name="adj" fmla="val 10000"/>
            </a:avLst>
          </a:prstGeom>
          <a:solidFill>
            <a:srgbClr val="2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Espaco para arte: convite"/>
          <p:cNvSpPr/>
          <p:nvPr/>
        </p:nvSpPr>
        <p:spPr>
          <a:xfrm rot="360000">
            <a:off x="5581650" y="10201275"/>
            <a:ext cx="1219200" cy="16478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2391"/>
          <a:lstStyle/>
          <a:p>
            <a:pPr algn="ctr"/>
            <a:r>
              <a:rPr sz="719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825" i="1">
                <a:solidFill>
                  <a:srgbClr val="7C6A82"/>
                </a:solidFill>
                <a:latin typeface="Cormorant Garamond"/>
              </a:rPr>
              <a:t>convite</a:t>
            </a:r>
          </a:p>
        </p:txBody>
      </p:sp>
      <p:sp>
        <p:nvSpPr>
          <p:cNvPr id="37" name="Espaco para arte: placa"/>
          <p:cNvSpPr/>
          <p:nvPr/>
        </p:nvSpPr>
        <p:spPr>
          <a:xfrm>
            <a:off x="7524750" y="8953500"/>
            <a:ext cx="1905000" cy="2571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3812">
            <a:solidFill>
              <a:srgbClr val="B08A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587"/>
          <a:lstStyle/>
          <a:p>
            <a:pPr algn="ctr"/>
            <a:r>
              <a:rPr sz="1125" b="1" spc="150">
                <a:solidFill>
                  <a:srgbClr val="B08AD6"/>
                </a:solidFill>
                <a:latin typeface="Montserrat"/>
              </a:rPr>
              <a:t>SUA ARTE AQUI</a:t>
            </a:r>
          </a:p>
          <a:p>
            <a:pPr algn="ctr"/>
            <a:r>
              <a:rPr sz="1050" i="1">
                <a:solidFill>
                  <a:srgbClr val="7C6A82"/>
                </a:solidFill>
                <a:latin typeface="Cormorant Garamond"/>
              </a:rPr>
              <a:t>placa</a:t>
            </a:r>
          </a:p>
        </p:txBody>
      </p:sp>
      <p:sp>
        <p:nvSpPr>
          <p:cNvPr id="38" name="Rectangle 37"/>
          <p:cNvSpPr/>
          <p:nvPr/>
        </p:nvSpPr>
        <p:spPr>
          <a:xfrm rot="600000">
            <a:off x="7810500" y="11430000"/>
            <a:ext cx="95250" cy="1047750"/>
          </a:xfrm>
          <a:prstGeom prst="rect">
            <a:avLst/>
          </a:prstGeom>
          <a:solidFill>
            <a:srgbClr val="C89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 rot="21000000">
            <a:off x="9048750" y="11430000"/>
            <a:ext cx="95250" cy="1047750"/>
          </a:xfrm>
          <a:prstGeom prst="rect">
            <a:avLst/>
          </a:prstGeom>
          <a:solidFill>
            <a:srgbClr val="C89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0" y="12192000"/>
            <a:ext cx="1028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0" i="0">
                <a:solidFill>
                  <a:srgbClr val="C49A48"/>
                </a:solidFill>
                <a:latin typeface="Great Vibes"/>
              </a:rPr>
              <a:t>Mary Criativa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